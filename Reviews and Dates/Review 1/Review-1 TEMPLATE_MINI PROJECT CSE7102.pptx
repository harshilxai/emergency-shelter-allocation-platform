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9"/>
  </p:notesMasterIdLst>
  <p:sldIdLst>
    <p:sldId id="274" r:id="rId5"/>
    <p:sldId id="256" r:id="rId6"/>
    <p:sldId id="257" r:id="rId7"/>
    <p:sldId id="269" r:id="rId8"/>
    <p:sldId id="268" r:id="rId9"/>
    <p:sldId id="273" r:id="rId10"/>
    <p:sldId id="275" r:id="rId11"/>
    <p:sldId id="277" r:id="rId12"/>
    <p:sldId id="276" r:id="rId13"/>
    <p:sldId id="272" r:id="rId14"/>
    <p:sldId id="271" r:id="rId15"/>
    <p:sldId id="270" r:id="rId16"/>
    <p:sldId id="265" r:id="rId17"/>
    <p:sldId id="26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99B6F38-D768-A670-DEF3-8469058A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BCA4031-CC8F-236D-A27B-EA7F87420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85DF2172-DEF1-9770-F577-039FE9713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7761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17255E8-76FD-C420-1987-D13B1E67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29260288-5C20-329D-9AB3-D8C410F70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7C5EB74-31E0-ABB2-15A4-4FB1F28C8E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3665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5D514E0-B1BE-2630-77D3-31C095E3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9E4099B-7B1F-A0FA-3ABB-CE9838C02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E08A7C6-D14D-41A9-F2DD-738662370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3338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2DD66-7A7B-3141-248C-33B219894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887" y="-20500"/>
            <a:ext cx="12264887" cy="6898999"/>
          </a:xfrm>
          <a:prstGeom prst="rect">
            <a:avLst/>
          </a:prstGeom>
        </p:spPr>
      </p:pic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5EEC80A-389A-0914-B331-80471CDD5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1615" y="52673"/>
            <a:ext cx="7779079" cy="1309350"/>
          </a:xfrm>
          <a:prstGeom prst="rect">
            <a:avLst/>
          </a:prstGeom>
        </p:spPr>
      </p:pic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EC0F06BD-D995-B09D-2B28-06CD559DF695}"/>
              </a:ext>
            </a:extLst>
          </p:cNvPr>
          <p:cNvSpPr/>
          <p:nvPr/>
        </p:nvSpPr>
        <p:spPr>
          <a:xfrm>
            <a:off x="-72888" y="5569149"/>
            <a:ext cx="12264887" cy="1309350"/>
          </a:xfrm>
          <a:prstGeom prst="roundRect">
            <a:avLst/>
          </a:prstGeom>
          <a:solidFill>
            <a:srgbClr val="08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FAE776-B1B4-1F6F-0EE9-2D02B291CE9E}"/>
              </a:ext>
            </a:extLst>
          </p:cNvPr>
          <p:cNvSpPr txBox="1"/>
          <p:nvPr/>
        </p:nvSpPr>
        <p:spPr>
          <a:xfrm>
            <a:off x="4748252" y="5447308"/>
            <a:ext cx="2860077" cy="7694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sz="4400" dirty="0"/>
              <a:t>Presidency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0268FC-2D4B-1595-4CC0-BF00B3A0E047}"/>
              </a:ext>
            </a:extLst>
          </p:cNvPr>
          <p:cNvSpPr/>
          <p:nvPr/>
        </p:nvSpPr>
        <p:spPr>
          <a:xfrm>
            <a:off x="4837363" y="6139774"/>
            <a:ext cx="2646802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FB6EA-449F-B759-D837-A2CDBD5E10E2}"/>
              </a:ext>
            </a:extLst>
          </p:cNvPr>
          <p:cNvSpPr txBox="1"/>
          <p:nvPr/>
        </p:nvSpPr>
        <p:spPr>
          <a:xfrm>
            <a:off x="2353623" y="6178261"/>
            <a:ext cx="79612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rPr sz="3200" dirty="0"/>
              <a:t>School of Computer Science</a:t>
            </a:r>
            <a:r>
              <a:rPr lang="en-IN" sz="3200" dirty="0"/>
              <a:t> </a:t>
            </a:r>
            <a:r>
              <a:rPr sz="3200" dirty="0"/>
              <a:t>and Engineering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E6A419-D98D-646B-0945-71577D3C9949}"/>
              </a:ext>
            </a:extLst>
          </p:cNvPr>
          <p:cNvSpPr/>
          <p:nvPr/>
        </p:nvSpPr>
        <p:spPr>
          <a:xfrm flipV="1">
            <a:off x="2477862" y="6717317"/>
            <a:ext cx="7712764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844D43-4EA8-BF96-7FC3-15A05CEA246A}"/>
              </a:ext>
            </a:extLst>
          </p:cNvPr>
          <p:cNvSpPr txBox="1"/>
          <p:nvPr/>
        </p:nvSpPr>
        <p:spPr>
          <a:xfrm>
            <a:off x="4072463" y="1168079"/>
            <a:ext cx="4240263" cy="15696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Mini Project (CSE7102)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REVIEW-1</a:t>
            </a:r>
          </a:p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3200" dirty="0">
                <a:solidFill>
                  <a:srgbClr val="002060"/>
                </a:solidFill>
              </a:rPr>
              <a:t>29-08-2026</a:t>
            </a:r>
            <a:endParaRPr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51140" y="951239"/>
            <a:ext cx="10363200" cy="89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TITLE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7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Project ID: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599362439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CSS7102- Mini  Project Review-1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199449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Program(s):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(Team Leader’s):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(Team Leader’s)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r.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Muthuraju V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669B82-28E1-6B84-884A-EF2B68034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291382"/>
              </p:ext>
            </p:extLst>
          </p:nvPr>
        </p:nvGraphicFramePr>
        <p:xfrm>
          <a:off x="429369" y="2820448"/>
          <a:ext cx="5542653" cy="1483360"/>
        </p:xfrm>
        <a:graphic>
          <a:graphicData uri="http://schemas.openxmlformats.org/drawingml/2006/table">
            <a:tbl>
              <a:tblPr firstRow="1" bandRow="1"/>
              <a:tblGrid>
                <a:gridCol w="659051">
                  <a:extLst>
                    <a:ext uri="{9D8B030D-6E8A-4147-A177-3AD203B41FA5}">
                      <a16:colId xmlns:a16="http://schemas.microsoft.com/office/drawing/2014/main" val="3892496743"/>
                    </a:ext>
                  </a:extLst>
                </a:gridCol>
                <a:gridCol w="2897486">
                  <a:extLst>
                    <a:ext uri="{9D8B030D-6E8A-4147-A177-3AD203B41FA5}">
                      <a16:colId xmlns:a16="http://schemas.microsoft.com/office/drawing/2014/main" val="1797090138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2191578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Sl.No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Student Name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Roll Number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0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47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75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575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DAAE0D-9E2B-1BC4-51AE-E3E0CC59230D}"/>
              </a:ext>
            </a:extLst>
          </p:cNvPr>
          <p:cNvSpPr txBox="1"/>
          <p:nvPr/>
        </p:nvSpPr>
        <p:spPr>
          <a:xfrm>
            <a:off x="429369" y="2330214"/>
            <a:ext cx="61599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Group members details:</a:t>
            </a: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C68A9A96-FA24-D641-CFDC-9A25FFD27478}"/>
              </a:ext>
            </a:extLst>
          </p:cNvPr>
          <p:cNvSpPr txBox="1">
            <a:spLocks/>
          </p:cNvSpPr>
          <p:nvPr/>
        </p:nvSpPr>
        <p:spPr>
          <a:xfrm>
            <a:off x="7668155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Panel No:</a:t>
            </a:r>
          </a:p>
          <a:p>
            <a:pPr marL="0" indent="0" algn="l"/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NDEX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 Hub Link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Statement/Output Expected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Project(Gantt Chart)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Difficulty Level: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About the project: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20CF3E6C-9D22-F1F7-4C96-42BCE8AC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95F6BE3-C2E7-E383-C049-39CB89CBD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4E2DF033-1663-A121-868A-192390F88A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Discussion about papers referred (min 10 papers)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654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D0BC35-19ED-73A9-EE75-1137E394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2BB17B24-7E10-E0D9-F0F4-797FC7D4A3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B656EE7D-C165-CFED-D8E1-B5E966F08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353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C8B1B47-DF01-E1F4-26F3-14B9F826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3128998-8B2C-F90B-C9A2-EF57AD9682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/Output Expected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5B056FAF-9BF2-46B4-CC0B-9C32D2D946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Explain about the expected output from this project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Requirements: 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Add APA Citation for all references.</a:t>
            </a:r>
          </a:p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 the below link for various APA styles :</a:t>
            </a:r>
          </a:p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https://www.indeed.com/career-advice/career-development/how-to-cite-a-research-paper</a:t>
            </a: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Props1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1A4896-B9C1-4471-B691-16FF8CBFF7E9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b8676f30-e579-463a-a8aa-821338b00374"/>
    <ds:schemaRef ds:uri="ed62f681-7444-4666-891e-c71d42de2dd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262</Words>
  <Application>Microsoft Office PowerPoint</Application>
  <PresentationFormat>Widescreen</PresentationFormat>
  <Paragraphs>81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</vt:lpstr>
      <vt:lpstr>Verdana</vt:lpstr>
      <vt:lpstr>Wingdings</vt:lpstr>
      <vt:lpstr>Bioinformatics</vt:lpstr>
      <vt:lpstr>PowerPoint Presentation</vt:lpstr>
      <vt:lpstr>PROJECT TITLE</vt:lpstr>
      <vt:lpstr>INDEX</vt:lpstr>
      <vt:lpstr>Problem Statement Number: </vt:lpstr>
      <vt:lpstr>Github Link</vt:lpstr>
      <vt:lpstr>Introduction</vt:lpstr>
      <vt:lpstr>Literature Review</vt:lpstr>
      <vt:lpstr>Architecture Diagram</vt:lpstr>
      <vt:lpstr>Analysis of Problem Statement /Output Expected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Muthuraju V</cp:lastModifiedBy>
  <cp:revision>46</cp:revision>
  <dcterms:modified xsi:type="dcterms:W3CDTF">2026-08-28T07:57:29Z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